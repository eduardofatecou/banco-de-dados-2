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MongoDB — Agregação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Pipeline · Índices · Transações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Pipeline de Agregação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Conceito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Pipeline: sequência de estágios que processam documentos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Cada estágio transforma os dados e passa ao próximo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Sintaxe: db.colecao.aggregate([estagio1, estagio2, ...])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Principais estágios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$match — filtra documentos (como WHERE do SQL)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$group — agrupa e agrega valores (como GROUP BY)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$sort — ordena resultados (como ORDER BY)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$project — seleciona/transforma campos (como SELECT)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Estágios da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$match — filtra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{ $match: { status: "ativo", idade: { $gte: 18 }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Exemplo Prático de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Calcular total de vendas por categoria, ordenado do maior para o menor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db.vendas.aggregate([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{ $match: { data: { $gte: ISODate("2024-01-01") } } 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{ $group: { _id: "$categoria", total: { $sum: "$valor" } } 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{ $sort: { total: -1 } 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{ $project: { categoria: "$_id", total: 1, _id: 0 }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Índices no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Por que usar índices?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Aceleram consultas evitando varredura completa (collection scan)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Tipos de índice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Simples: em um único campo — db.colecao.createIndex({campo: 1})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Composto: em múltiplos campos — {campo1: 1, campo2: -1}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Texto: para buscar texto em strings — {texto: "text"}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Geoespacial: para coordenadas — 2dsphere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Índice único: garante valores únicos — {unique: true}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Transações no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 partir da versão 4.0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Suporte a transações multi-documento (ACID)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Como usar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Iniciar sessão: const session = db.getMongo().startSession()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Iniciar transação: session.startTransaction()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Operações dentro da transação: session.getDatabase("db")...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Commit: session.commitTransaction()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Rollback: session.abortTransaction()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