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3366"/>
                </a:solidFill>
              </a:defRPr>
            </a:pPr>
            <a:r>
              <a:t>Apache Cassandra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000000"/>
                </a:solidFill>
              </a:defRPr>
            </a:pPr>
            <a:r>
              <a:t>Arquitetura em Anel · CQL · Modelagem Query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Cassandra: 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Banco NoSQL orientado a colunas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Arquitetura peer-to-peer (anel) — sem mestre/escravo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Todos os nós são iguais e podem ler/escrever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Características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Alta disponibilidade e escalabilidade horizontal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Escrita extremamente rápida (otimizada para gravação)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Distribuição geográfica multi-datacenter nativa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Empresas que usam: Netflix, Apple, Instagram, Uber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Replicação e Fator de Replicação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Replicação: cópias dos dados em múltiplos nós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Fator de replicação (RF): número de cópias de cada dado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RF = 1: sem redundância (risco de perda)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RF = 3: 3 cópias (recomendado para produção)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Estratégias de replicação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SimpleStrategy: para um datacenter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NetworkTopologyStrategy: para múltiplos datacenters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Consistência configurável: ONE, QUORUM, ALL, LOCAL_QUORUM...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Partições e Chave de Partição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Partition Key: define em qual nó o dado será armazenado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CREATE TABLE usuarios (id UUID PRIMARY KEY, nome text, ...)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Chave de partição pode ser composta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PRIMARY KEY ((estado, cidade), id) — estado+cidade definem a partição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Importância: consultas eficientes usam a chave de partição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Modelagem orientada a consultas (Query First)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1. Liste as consultas que sua aplicação fará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2. Crie tabelas otimizadas para cada consulta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3. Desnormalize dados (joins não são eficientes no Cassandra)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CQL — CREATE TABLE, INSERT, SELECT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CQL (Cassandra Query Language) — sintaxe similar a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CREATE TABLE usuarios 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id UUID PRIMARY KEY,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nome text,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email text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CQL — UPDATE, DELETE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-- Buscar por chave primária (eficiente)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SELECT * FROM usuarios WHERE id = ?;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INSERT INTO usuarios (id, nome, email) VALUES (uuid(), ?, ?);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UPDATE usuarios SET email = ? WHERE id = ?;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DELETE FROM usuarios WHERE id = ?;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