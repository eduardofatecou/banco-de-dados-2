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3366"/>
                </a:solidFill>
              </a:defRPr>
            </a:pPr>
            <a:r>
              <a:t>Teorema 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000000"/>
                </a:solidFill>
              </a:defRPr>
            </a:pPr>
            <a:r>
              <a:t>Consistência · Disponibilidade · Tolerância a Partição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O que é o Teorema CAP?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Proposto por Eric Brewer em 2000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Um sistema distribuído pode garantir no máximo 2 de 3 propriedades: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Consistency (C) — Consistência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Availability (A) — Disponibilidade</a:t>
            </a:r>
          </a:p>
          <a:p>
            <a:pPr lvl="1"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- Partition Tolerance (P) — Tolerância a partição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Implicação prática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Em caso de falha de rede (partição), é preciso escolher entre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consistência e disponibilidade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Consistência 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Definição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Todos os nós enxergam os mesmos dados no mesmo instante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Após uma escrita, toda leitura subsequente retorna o valor atualizado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Exemplo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Sistema bancário: ao transferir dinheiro, saldo deve refletir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instantaneamente em qualquer agência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Bancos: bancos relacionais tradicionais (ACID), MongoDB (com write concern majority)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Disponibilidade 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Definição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Todo pedido recebe uma resposta (não erro), mesmo que não seja a mais recente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O sistema permanece operacional 24/7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Exemplo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DNS: mesmo que um registro não seja o mais recente, o servidor responde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Bancos: Cassandra, Amazon DynamoDB, Redis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Tolerância a Partição (P)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Definição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O sistema continua funcionando mesmo com mensagens perdidas entre nós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 rede pode falhar sem derrubar o sistema inteiro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Exemplo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Sistema de chat global: se um datacenter cai, outros continuam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Observação: em sistemas distribuídos reais, P é obrigatório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 pergunta real é: C ou A durante uma partição?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3366"/>
                </a:solidFill>
              </a:defRPr>
            </a:pPr>
            <a:r>
              <a:t>Trade-offs: CA, CP, 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00000"/>
                </a:solidFill>
              </a:defRPr>
            </a:pP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CA — Consistência + Disponibilidade (raro em distribuição)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Bancos relacionais tradicionais (single-node)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CP — Consistência + Tolerância a Partição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MongoDB (padrão), HBase, Google Spanner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AP — Disponibilidade + Tolerância a Partição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Cassandra, Amazon DynamoDB, CouchDB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800" b="1">
                <a:solidFill>
                  <a:srgbClr val="000000"/>
                </a:solidFill>
              </a:defRPr>
            </a:pPr>
            <a:r>
              <a:t>Consistência Eventual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Após escritas, o sistema converge eventualmente para o mesmo estado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Exemplo prático: atualização de DNS — leva minutos para propagar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600" b="0">
                <a:solidFill>
                  <a:srgbClr val="000000"/>
                </a:solidFill>
              </a:defRPr>
            </a:pPr>
            <a:r>
              <a:t>Usado em: DynamoDB (padrão), Cassandra (nível ONE)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6464"/>
                </a:solidFill>
              </a:defRPr>
            </a:pPr>
            <a:r>
              <a:t>Banco de Dados II — ETEC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