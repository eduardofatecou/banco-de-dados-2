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Cache · Estruturas de Dados · Persistência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Redis: Aplicações Típicas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Cache de banco de dados (reduz latência de consultas)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Gerenciamento de sessão de usuários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Filas de mensagens (pub/sub, listas como filas)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Rate limiting (controle de requisições por IP)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Leaderboards e contadores em tempo real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Características: in-memory, extremamente rápido (&lt;1ms)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Estruturas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Strings — texto, números, binário (até 512 MB)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SET chave valor / GET chave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Lists — listas ordenadas de strings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LPUSH / RPUSH / LPOP / RPOP / LRANGE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Sets — conjuntos não ordenados sem duplicatas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SADD / SMEMBERS / SISMEMBER / SINTER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Hashes — mapas de campo-valor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HSET chave campo valor / HGET chave campo / HGETALL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Sorted Sets — conjuntos ordenados por score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ZADD / ZRANGE / ZRANK / ZSCORE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Comandos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SET usuario:1000 "Ana"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GET usuario:1000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INCR contador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EXPIRE cache 3600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CRUD no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CREATE: SET, HSET, LPUSH, SADD, ZADD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READ: GET, HGET, LRANGE, SMEMBERS, ZRANGE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UPDATE: SET (sobrescreve), HSET (atualiza campo)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DELETE: DEL, HDEL, LREM, SREM, ZREM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Não há linguagem de consulta declarativa — todas as operações são por chave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Persistência: RDB e AOF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RDB (Redis Database Backup)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Snapshot dos dados em disco em intervalos de tempo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Arquivo dump.rdb — compacto, ideal para backups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AOF (Append Only File)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Registra cada operação de escrita em log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Perca de dados mínima ou zero (fsync a cada 1s)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Híbrido (Redis 4.0+): RDB + AOF combinados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