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Arquiteturas Notáveis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Poliglota Persistence · Nuvem ·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Poliglota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Conceito: usar o banco de dados mais adequado para cada contexto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Exemplo de arquitetura poliglota: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PostgreSQL: dados estruturados (pedidos, clientes)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MongoDB: catálogo de produtos (JSON flexível)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Redis: cache de sessão e carrinho de compras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Elasticsearch: busca de produtos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Neo4j: recomendações (amigos, produtos similares)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Benefício: cada banco faz o que faz de melhor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Arquiteturas Híbridas (SQL + NoSQL)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Estratégia comum em sistemas modernos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SQL para transações ACID (financeiro, estoque)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NoSQL para alta escala (feed, notificações, analytics)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Padrão: CQRS (Command Query Responsibility Segregation)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Comandos (escrita) vão para SQL, consultas vão para NoSQL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Sincronização via eventos (Kafka, change streams)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Bancos em Nuvem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MongoDB Atlas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MongoDB gerenciado com réplicas multi-região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Backup automático, monitoramento, escalonamento automático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Amazon Keyspaces (Cassandra gerenciado)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Escalável, serverless, compatível com CQL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Azure CosmosDB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Multimodelo (documento, coluna, grafo, tabela)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Distribuição global, SLAs de desempenho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Google Firestore / Bigtable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Docker para Bancos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Comandos básicos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docker run -d --name mongodb -p 27017:27017 mongo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docker run -d --name redis -p 6379:6379 redis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docker run -d --name cassandra -p 9042:9042 cassandra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docker run -d --name neo4j -p 7474:7474 -p 7687:7687 neo4j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docker run -d --name elastic -p 9200:9200 elasticsearch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Datasets Públicos para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MongoDB: sample datasets (mflix, restaurantes, airbnb)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Cassandra: DataStax datasets (killrvideo, cycling)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Redis: Redis University — datasets de exemplo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Kaggle: milhares de datasets NoSQL prontos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MongoDB Atlas Sample Datasets (gratuito)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