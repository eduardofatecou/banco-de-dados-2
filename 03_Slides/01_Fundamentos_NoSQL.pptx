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Fundamentos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O que é? SQL vs NoSQL · NewSQL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O que é NoSQL?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Terminologia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"NoSQL" originalmente significava "No SQL" (sem SQL)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Hoje é interpretado como "Not Only SQL"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Surgiu como alternativa aos bancos relacionais tradicionais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Características gerais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Não utiliza exclusivamente tabelas com linhas e colunas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Modelos flexíveis: documentos, grafos, chave-valor, colunas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Escalabilidade horizontal como premissa básica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SQL vs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Tabela comparativa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Característica       | SQL              | NoSQL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Estrutura          | Tabelas fixas    | Flexível (doc, grafos...)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Schema             | Rígido           | Dinâmico / schema-less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Escalabilidade     | Vertical         | Horizontal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ACID               | Completo         | Relaxado (BASE)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Linguagem          | SQL padronizado  | API própria / CQL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Relacionamentos    | Joins            | Embedding /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Motivação —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Por que NoSQL surgiu?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Volume massivo de dados (Big Data) — petabytes por dia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Escalabilidade horizontal: adicionar máquinas comuns ao cluster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Flexibilidade de schema: dados semi/não estruturados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Desempenho em operações simples de leitura/escrita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Ciclos de desenvolvimento ágil (mudanças frequentes no modelo)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Vantagens e Desvantagens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Vantagens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Alta escalabilidade horizontal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Modelagem flexível e schema dinâmico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Alta performance para operações específicas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Distribuição geográfica nativa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Desvantagens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Consistência eventual (não ACID completo)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Menor maturidade (alguns bancos são recentes)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Ferramentas de análise/BI menos maduras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Curva de aprendizado para modelagem não relacional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NewSQL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Conceito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Sistemas relacionais que buscam desempenho NoSQL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Mantêm SQL e ACID, mas com escalabilidade horizontal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Google Spanner — banco relacional globalmente distribuído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CockroachDB — SQL compatível com PostgreSQL, distribuído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VoltDB — banco relacional in-memory com alta throughput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TiDB — SQL distribuído compatível com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