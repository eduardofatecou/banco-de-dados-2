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3366"/>
                </a:solidFill>
              </a:defRPr>
            </a:pPr>
            <a:r>
              <a:t>Outros Modelos de Banco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000000"/>
                </a:solidFill>
              </a:defRPr>
            </a:pPr>
            <a:r>
              <a:t>Grafos · Objetos · Busca · Streaming · Séries Temporais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Banco de Dados em Grafo — Neo4j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Modelo: nós (entidades), arestas (relacionamentos), propriedades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Ideal para: redes sociais, recomendações, detecção de fraudes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Cypher (linguagem de consulta declarativa)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MATCH (p:Pessoa)-[:AMIGO]-&gt;(a:Amigo)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WHERE p.nome = "Ana"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RETURN a.nome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Armazenamento de Objetos (S3 / MinIO)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Modelo: buckets (containers) + objetos (arquivos + metadados)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Ideal para: arquivos grandes, backups, mídia, data lakes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Amazon S3: padrão de mercado, 11 9's de durabilidade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MinIO: alternativa open-source compatível com API S3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Operações: PUT (upload), GET (download), DELETE,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Mecanismo de Busca — Elasticsearch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Baseado em Apache Lucene, busca full-text em tempo real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Ideal para: logs, análise de textos, e-commerce (busca de produtos)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 Conceitos: índices, documentos, shards, inverted index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Consulta via REST API (JSON)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GET /produtos/_search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"query": { "match": { "nome": "notebook" }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Streaming de Eventos — Kafka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Plataforma de streaming distribuída (pub/sub)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Ideal para: pipelines de dados em tempo real, logs, métricas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 Conceitos: tópicos, producers, consumers, partições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Garante ordenação dentro da partição e replay de mensagens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Alta throughput: milhões de mensagens/segundo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Séries Temporais · Espaciais · Vetores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InfluxDB: dados de séries temporais (IoT, métricas, sensores)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PostGIS: extensão espacial do PostgreSQL (coordenadas, mapas)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Qdrant / Pinecone: bancos vetoriais para IA/LLMs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Armazenam embeddings para busca por similaridade semântica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Tendência: bancos multimodelos (SurrealDB, ArangoDB, Fauna)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