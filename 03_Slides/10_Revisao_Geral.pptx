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Revisão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Mapa Mental · Comandos · Provas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Mapa Mental dos Modelos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Chave-Valor (Redis, DynamoDB): simples, cache, sessão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Documentos (MongoDB, CouchDB): JSON flexível, CRUD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Colunas (Cassandra, HBase): alta escala, analítico, escritas pesadas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Grafos (Neo4j, Amazon Neptune): relacionamentos complexos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Busca (Elasticsearch, Solr): full-text, logs, analytics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Séries Temporais (InfluxDB, TimescaleDB): métricas, IoT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Vetores (Qdrant, Pinecone): IA, similaridade semântica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Quando Usar Cada Modelo?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Relacional (SQL): dados estruturados, ACID, relatórios complexos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Documento: dados semiestruturados, prototipagem rápida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Chave-Valor: cache, sessão, carrinho, fila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Colunas: big data analítico, time series, IoT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Grafo: redes sociais, recomendação, fraudes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Busca: e-commerce, logs, full-text search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&gt; Critério principal: tipo de consulta que sua aplicação faz!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Resumo — MongoDB (Shell)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// Inserir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db.users.insertOne({nome: "Ana", idade: 28})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// Buscar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db.users.find({idade: {$gte: 18}})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// Atualizar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db.users.updateOne({nome: "Ana"}, {$set: {idade: 29}})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// Agregar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db.vendas.aggregate([{$group: {_id: "$prod", total: {$sum: "$qtd"}}}])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// Índice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db.users.createIndex({email: 1}, {unique: true})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Resumo — CQL (Cassandra)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CREATE TABLE users (id UUID PRIMARY KEY, nome text);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INSERT INTO users (id, nome) VALUES (uuid(), 'Ana');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SELECT * FROM users WHERE id = ?;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UPDATE users SET nome = 'João' WHERE id = ?;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DELETE FROM users WHERE id = ?;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Resumo — Redis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SET chave "valor"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GET chave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LPUSH lista "item"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LRANGE lista 0 -1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SADD conjunto "membro"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SMEMBERS conjunto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HSET hash campo "valor"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HGETALL hash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EXPIRE chave 3600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Perguntas Frequentes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NoSQL substitui SQL?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Não. São complementares. Cada um tem seu caso de uso ideal.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NoSQL é mais rápido que SQL?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Depende da operação. NoSQL é rápido em operações simples com uma chave.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NoSQL não é seguro (sem ACID)?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Muitos NoSQL modernos suportam ACID (MongoDB 4.0+, FaunaDB).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Preciso aprender todos os bancos?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Foque em 1 de cada categoria. MongoDB, Redis e Cassandra são os mais pedidos.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Preparação para as Provas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Conceitos teóricos: CAP, BASE, modelos, escalabilidade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Prática: comandos MongoDB (CRUD, aggregation), CQL, Redis CLI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Comparações: SQL vs NoSQL, bancos dentro de cada categoria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Arquitetura: poliglota persistence, híbrida, cloud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Dicas de estudo: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Monte um mapa mental dos modelos NoSQL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Pratique MongoDB com o shell interativo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Execute Cassandra e Redis via Docker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Resolva exercícios de modelagem (Query First para Cassandra)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