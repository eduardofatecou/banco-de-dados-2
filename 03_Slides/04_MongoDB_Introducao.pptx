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3366"/>
                </a:solidFill>
              </a:defRPr>
            </a:pPr>
            <a:r>
              <a:t>MongoDB — 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000000"/>
                </a:solidFill>
              </a:defRPr>
            </a:pPr>
            <a:r>
              <a:t>Coleções · Documentos ·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Conceitos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Banco de documentos NoSQL mais popular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Armazena dados como documentos BSON (JSON binário)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Coleções: equivalente a tabelas no SQL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Documentos: registros individuais (como linhas)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_id: campo obrigatório, chave primária (ObjectId por padrão)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Esquema flexível: documentos na mesma coleção podem ter campos diferentes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Exemplo: {"_id": ObjectId(...), "nome": "Ana", "idade": 28}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JSON vs BSON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JSON: formato texto, legível, tipos limitados (string, number, bool, array, object, null)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BSON: formato binário do MongoDB, mais compacto e rápido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Tipos adicionais: ObjectId, Date, Int32, Int64, Decimal128, BinData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Serialização/deserialização mais eficiente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CRUD — Insert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insertOne — insere um único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db.colecao.insertOne({nome: "Ana", idade: 28, cursos: ["BD"]})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CRUD — 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find — busca múltiplos documentos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findOne — retorna o primeiro documento encontrado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Filtros: passar objeto JSON com condições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db.colecao.find({idade: {$gte: 18}})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db.colecao.findOne({nome: "Ana"})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CRUD — Update e Delete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updateOne — atualiza o primeiro documento que corresponde ao filtro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updateMany — atualiza todos os documentos que correspondem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deleteOne — remove o primeiro documento que corresponde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deleteMany — remove todos que correspondem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db.colecao.updateOne({nome: "Ana"}, {$set: {idade: 29}})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db.colecao.deleteMany({ativo: false})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