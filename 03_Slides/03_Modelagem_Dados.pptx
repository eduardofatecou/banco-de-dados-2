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3366"/>
                </a:solidFill>
              </a:defRPr>
            </a:pPr>
            <a:r>
              <a:t>Modelagem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0000"/>
                </a:solidFill>
              </a:defRPr>
            </a:pPr>
            <a:r>
              <a:t>Estruturados · Semiestruturados · Não Estruturados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Dados Estruturados (SQL)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Organização em tabelas com linhas e colunas fixas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Schema definido previamente (CREATE TABLE)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Tipos de dados rígidos: INT, VARCHAR, DATE, DECIMAL...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Vantagens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Integridade referencial (chaves estrangeiras)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Consultas complexas com JOINs e subconsultas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Exemplos: sistemas ERP, financeiros, folha de pagamento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Dados Semiestruturados (JSON, XML)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Características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Estrutura flexível — cada registro pode ter campos diferentes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Autodescritivo: os dados carregam sua própria descrição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JSON (JavaScript Object Notation) — padrão Web/NoSQL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{"nome": "Ana", "idade": 28, "cursos": ["BD", "Redes"]}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XML — mais verboso, usado em integrações legadas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&lt;pessoa&gt;&lt;nome&gt;Ana&lt;/nome&gt;&lt;idade&gt;28&lt;/idade&gt;&lt;/pessoa&gt;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Bancos: MongoDB, CouchDB, DynamoDB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Dados Não Estruturados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Definição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Dados sem formato ou estrutura predefinida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Não podem ser armazenados em linhas/colunas tradicionais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Exemplos comuns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Imagens (JPEG, PNG), vídeos (MP4), áudio (MP3)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Documentos de texto livre, PDFs, e-mails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Redes sociais: posts, comentários, hashtags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Armazenamento: blob storage (S3, MinIO), HDFS, Elasticsearch para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Sistemas Distribuídos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Conceitos básicos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Conjunto de computadores independentes que aparecem como um único sistema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Características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Compartilhamento de recursos (dados, processamento)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Tolerância a falhas (se um nó cai, outros assumem)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Escalabilidade horizontal (adicionar mais máquinas)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Transparência: usuário não enxerga a complexidade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Desafios: latência de rede, coordenação, consistência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Como Escolher o Banco Adequado?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Perguntas-chave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Qual o volume de dados? (GB, TB, PB?)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Preciso de ACID ou BASE é suficiente?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Os dados são estruturados, semiestruturados ou não estruturados?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Escalabilidade vertical ou horizontal?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Guia rápido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Relacional (ACID, joins): PostgreSQL, MySQL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Documentos (JSON, flexível): MongoDB, CouchDB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Chave-valor (cache, sessão): Redis, DynamoDB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Grafos (relacionamentos complexos): Neo4j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Colunas (grandes volumes analíticos): Cassandra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